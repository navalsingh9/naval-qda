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3EEA-19C2-9359-F8EC-E933F6839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28853-6BD3-E2E7-C217-4C77C464C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12E5E-CF94-ABC2-74FC-047F849F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F1058-CD53-9A36-F2D5-AF2A0DDC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33DC6-B99A-B90B-20CC-0B67150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8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0D25-6A6C-DA04-E5E5-A6E1CE3B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6E67-0001-460A-3655-F246A1F4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10A33-27B0-A110-EC49-D3429325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480B0-1BC6-CA85-4D17-A235F581D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E07B3-AD3C-E7D5-503D-7C76CB7A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92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2CAB-A871-2938-E8AD-0E33F2BDF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22C6F-F942-F31E-05BB-9AAC6783A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4C67F-B541-AAE3-0654-021B6C1E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463BC-EFD3-F4CC-0527-635D7E77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1EF1F-B623-90E9-5660-42FFA7B4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08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FEA7-6122-AEA9-62FF-757596FE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ACC9-6346-B3EA-3B17-EEA5AD3AB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E65B7-AA11-79DB-22D8-7957C8D17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7CF86-53C4-4FEC-2C88-7377620A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DEF3B-5195-C882-1C7D-712C01252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7394F-5598-2B1B-DD09-7A3343CB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8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EF1F-DFF7-E39A-1973-A9310315B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2C8A3-EC7A-F57C-B844-4598E672A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19B23-B784-F0CA-D97B-21D957208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1EF4F2-E1B6-EACF-2CC8-C7A34224F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921774-CB7A-7FB3-372D-76A58E83E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0D5D4-BC91-3ABC-229F-9480FDE4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6394D-A6E2-87CD-C9FD-09878B6C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5B482-340C-E20C-71DC-C385FCB7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91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ABEE-ED85-C773-F7DE-9BD20E55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7B76E-9D4F-5E76-52CC-B33B92DA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8DCB1-1D78-9AC2-6105-E965F1A6F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5095C-E7FB-8E09-7D2D-DA4365AC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94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AD729-B1FC-41F9-8C09-5C802CAAE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A960A-0F84-4674-EF25-F529B2F3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C9C34-551E-483E-5F49-FCDF0316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24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DF80-725E-2408-8590-3A54497D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966F-8903-7C22-27A6-8DE900571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83072-A29C-EFBD-A12E-B9DE65352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A37E6-8D24-ADFE-5817-53649877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FB3B3-30EF-E186-7F4E-381A7BD46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EE0DF-69C4-0D19-5684-DE7D7E01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01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1478-151A-BFD5-295D-10BB4FF41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A4921-2490-8BCB-C750-0AEBFA7D7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E45F5-1D68-DB5C-6493-17F6FD2D6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87C8D-01EF-DE3B-40AF-CD6C46BF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A342F-C2B0-7366-79C8-625F9B25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5620E-2181-A319-64D9-BD5A4F87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43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B263D-28F5-1FD4-3B64-27DD0D85E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76B38-FCFA-A626-8388-66EAE92B7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F16D5-A766-73B0-0C14-C86266B6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A0803-A573-40F2-D1FF-25A2F51E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98A56-8812-4E69-D43F-B9978908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25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FF99B0-19C6-C09E-113F-D7E458556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359B4-FB8E-7F8B-4E38-B1168C787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72E2B-786A-EF4C-853F-EE3AD8F09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F1510-F76F-47EB-C72C-22F0DE3B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DE4A-2E2B-3377-38AC-B76A1934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3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29A88-67BF-2842-6C44-E311C3D15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8F745-5AEF-B28F-0967-7EFC25096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61330-F8EE-2E20-93F5-703D4ECDA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9F849-E47C-4FDC-B0F6-39B9FE42A0CD}" type="datetimeFigureOut">
              <a:rPr lang="en-IN" smtClean="0"/>
              <a:t>Wednesday-15-Jul-2026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AD8C4-2E8A-028E-CCBD-72074DA96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AEFEE-4D9E-9A7C-6C48-512ACDEE1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B4AA8-217C-4643-9BF6-B0160D5C1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17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19FA6-8253-9C7D-1238-899C52DB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NAVALQDA Origins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75A976-79FB-6AE0-C2EA-5D7297C72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98" y="1450385"/>
            <a:ext cx="8026813" cy="490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32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NAVALQDA Origins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Legion</dc:creator>
  <cp:lastModifiedBy>Legion</cp:lastModifiedBy>
  <cp:revision>1</cp:revision>
  <dcterms:created xsi:type="dcterms:W3CDTF">2026-07-15T08:51:31Z</dcterms:created>
  <dcterms:modified xsi:type="dcterms:W3CDTF">2026-07-15T08:51:57Z</dcterms:modified>
</cp:coreProperties>
</file>